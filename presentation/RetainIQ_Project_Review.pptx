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(9:45–10:10)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(10:35–11:05)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(11:05–11:30)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slide. Use if anyone questions the benchmark or wants the full metric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436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Slow scoring on a shared CPU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large CSV can take far longer than the default 30-second worker timeout, so the worker is killed mid-request and the browser shows a 502.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300-second timeout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Reloading the model per request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Reading the pickled model on every request wastes the little memory the instance has.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worker preload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84448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Memory creeping past the limit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long-lived worker grows until the platform OOM-kills it, which surfaces as a random error.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request recycling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3584448"/>
            <a:ext cx="32004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free tier sleeps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An idle instance is suspended, so the first visitor waits for a cold start.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F5A623"/>
                </a:solidFill>
                <a:latin typeface="Consolas"/>
              </a:rPr>
              <a:t>→ fixed by warm it before demoing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486399"/>
            <a:ext cx="10692079" cy="621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SHIPPED AS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Gunicorn with a threaded worker · Dockerfile and Procfile · version-pinned requirements · hosted on Render, where the application answers at the URL on the closing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8CA0BE"/>
                </a:solidFill>
                <a:latin typeface="Consolas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Full benchmark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set, 1,409 customers — every metric recorded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047488"/>
            <a:ext cx="11057839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>
                <a:solidFill>
                  <a:srgbClr val="8CA0BE"/>
                </a:solidFill>
                <a:latin typeface="Segoe UI"/>
              </a:rPr>
              <a:t>All four models were trained on the identical 5,634-row training split with the identical 30-feature frame, and evaluated with the same scoring code — the only variable is the algorithm.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D8B4"/>
                </a:solidFill>
                <a:latin typeface="Consolas"/>
              </a:rPr>
              <a:t>Reproduce:  python presentation/build_assets.py  →  writes presentation/assets/model_metrics.csv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Appendix · use only if asked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