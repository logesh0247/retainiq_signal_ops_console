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(1:55–2:30)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(2:30–3:10)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(3:10–3:55)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(3:55–4:40)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(4:40–5:10)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(5:10–5:40)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(5:40–6:30)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(6:30–7:00)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(7:00–7:40)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(8:50–9:25)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(9:25–9:50)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(9:50–10:20)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(10:20–10:45)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(10:45–11:10)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(11:10–11:40)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(11:40–12:05)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