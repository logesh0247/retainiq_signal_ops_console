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  <a:p>
            <a:r>
              <a:t>Point to the footer rail: each of its 22 dashes is a direct link to that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(1:55–2:20) Keep the two roles distinct. Power BI summarises historical churn,</a:t>
            </a:r>
          </a:p>
          <a:p>
            <a:r>
              <a:t>KPIs and segment patterns across the portfolio. RetainIQ scores uploaded customer</a:t>
            </a:r>
          </a:p>
          <a:p>
            <a:r>
              <a:t>rows with the deployed Logistic Regression, then returns probabilities, risk tiers,</a:t>
            </a:r>
          </a:p>
          <a:p>
            <a:r>
              <a:t>coefficient-based drivers and rule-based suggestions that can be reviewed in bulk.</a:t>
            </a:r>
          </a:p>
          <a:p>
            <a:r>
              <a:t>The layers complement one another. Campaign uplift has not been measured, and the</a:t>
            </a:r>
          </a:p>
          <a:p>
            <a:r>
              <a:t>revenue numbers are exposure, not confirmed savings. Now move from project context</a:t>
            </a:r>
          </a:p>
          <a:p>
            <a:r>
              <a:t>to the data that feeds the scoring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(2:20–3:00)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(3:00–3:45)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(3:45–4:30)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(4:30–5:00)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(5:00–5:30)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(5:30–6:20)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(6:20–6:50)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(6:50–7:30)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(7:30–8:05)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(8:05–8:40)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(8:40–9:15)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(9:40–10:10)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(11:00–11:30)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/ LINKS (11:30–11:45) Use this slide to hand off from the review to the</a:t>
            </a:r>
          </a:p>
          <a:p>
            <a:r>
              <a:t>working product. The live URL is clickable and also available as a QR code; the</a:t>
            </a:r>
          </a:p>
          <a:p>
            <a:r>
              <a:t>source repository has its own QR and link. The same scoring path powers the model,</a:t>
            </a:r>
          </a:p>
          <a:p>
            <a:r>
              <a:t>risk bands, coefficient explanations and recommendations shown throughout the deck.</a:t>
            </a:r>
          </a:p>
          <a:p>
            <a:r>
              <a:t>Offer the demo: "if you'd like, I can upload a customer file and score it live."</a:t>
            </a:r>
          </a:p>
          <a:p>
            <a:r>
              <a:t>The host is a free tier, so warm it before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(11:45–11:55) End on this dedicated final slide. "Thank you for your</a:t>
            </a:r>
          </a:p>
          <a:p>
            <a:r>
              <a:t>time — happy to take questions." Keep the contribution precise: the project turns</a:t>
            </a:r>
          </a:p>
          <a:p>
            <a:r>
              <a:t>a churn probability into a prioritised, explained and costed retention action.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 is exposure, not savings; validating it</a:t>
            </a:r>
          </a:p>
          <a:p>
            <a:r>
              <a:t> 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23" Type="http://schemas.openxmlformats.org/officeDocument/2006/relationships/slide" Target="slide19.xml"/><Relationship Id="rId24" Type="http://schemas.openxmlformats.org/officeDocument/2006/relationships/slide" Target="slide20.xml"/><Relationship Id="rId25" Type="http://schemas.openxmlformats.org/officeDocument/2006/relationships/slide" Target="slide21.xml"/><Relationship Id="rId26" Type="http://schemas.openxmlformats.org/officeDocument/2006/relationships/slide" Target="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23" Type="http://schemas.openxmlformats.org/officeDocument/2006/relationships/slide" Target="slide19.xml"/><Relationship Id="rId24" Type="http://schemas.openxmlformats.org/officeDocument/2006/relationships/slide" Target="slide20.xml"/><Relationship Id="rId25" Type="http://schemas.openxmlformats.org/officeDocument/2006/relationships/slide" Target="slide21.xml"/><Relationship Id="rId26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23" Type="http://schemas.openxmlformats.org/officeDocument/2006/relationships/slide" Target="slide19.xml"/><Relationship Id="rId24" Type="http://schemas.openxmlformats.org/officeDocument/2006/relationships/slide" Target="slide20.xml"/><Relationship Id="rId25" Type="http://schemas.openxmlformats.org/officeDocument/2006/relationships/slide" Target="slide21.xml"/><Relationship Id="rId26" Type="http://schemas.openxmlformats.org/officeDocument/2006/relationships/slide" Target="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Relationship Id="rId4" Type="http://schemas.openxmlformats.org/officeDocument/2006/relationships/slide" Target="slide1.xml"/><Relationship Id="rId5" Type="http://schemas.openxmlformats.org/officeDocument/2006/relationships/slide" Target="slide2.xml"/><Relationship Id="rId6" Type="http://schemas.openxmlformats.org/officeDocument/2006/relationships/slide" Target="slide3.xml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7.xml"/><Relationship Id="rId11" Type="http://schemas.openxmlformats.org/officeDocument/2006/relationships/slide" Target="slide8.xml"/><Relationship Id="rId12" Type="http://schemas.openxmlformats.org/officeDocument/2006/relationships/slide" Target="slide9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2.xml"/><Relationship Id="rId16" Type="http://schemas.openxmlformats.org/officeDocument/2006/relationships/slide" Target="slide13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19" Type="http://schemas.openxmlformats.org/officeDocument/2006/relationships/slide" Target="slide16.xml"/><Relationship Id="rId20" Type="http://schemas.openxmlformats.org/officeDocument/2006/relationships/slide" Target="slide17.xml"/><Relationship Id="rId21" Type="http://schemas.openxmlformats.org/officeDocument/2006/relationships/slide" Target="slide18.xml"/><Relationship Id="rId22" Type="http://schemas.openxmlformats.org/officeDocument/2006/relationships/slide" Target="slide19.xml"/><Relationship Id="rId23" Type="http://schemas.openxmlformats.org/officeDocument/2006/relationships/slide" Target="slide20.xml"/><Relationship Id="rId24" Type="http://schemas.openxmlformats.org/officeDocument/2006/relationships/slide" Target="slide21.xml"/><Relationship Id="rId25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Relationship Id="rId6" Type="http://schemas.openxmlformats.org/officeDocument/2006/relationships/slide" Target="slide1.xml"/><Relationship Id="rId7" Type="http://schemas.openxmlformats.org/officeDocument/2006/relationships/slide" Target="slide2.xml"/><Relationship Id="rId8" Type="http://schemas.openxmlformats.org/officeDocument/2006/relationships/slide" Target="slide3.xml"/><Relationship Id="rId9" Type="http://schemas.openxmlformats.org/officeDocument/2006/relationships/slide" Target="slide4.xml"/><Relationship Id="rId10" Type="http://schemas.openxmlformats.org/officeDocument/2006/relationships/slide" Target="slide5.xml"/><Relationship Id="rId11" Type="http://schemas.openxmlformats.org/officeDocument/2006/relationships/slide" Target="slide6.xml"/><Relationship Id="rId12" Type="http://schemas.openxmlformats.org/officeDocument/2006/relationships/slide" Target="slide7.xml"/><Relationship Id="rId13" Type="http://schemas.openxmlformats.org/officeDocument/2006/relationships/slide" Target="slide8.xml"/><Relationship Id="rId14" Type="http://schemas.openxmlformats.org/officeDocument/2006/relationships/slide" Target="slide9.xml"/><Relationship Id="rId15" Type="http://schemas.openxmlformats.org/officeDocument/2006/relationships/slide" Target="slide10.xml"/><Relationship Id="rId16" Type="http://schemas.openxmlformats.org/officeDocument/2006/relationships/slide" Target="slide11.xml"/><Relationship Id="rId17" Type="http://schemas.openxmlformats.org/officeDocument/2006/relationships/slide" Target="slide12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0" Type="http://schemas.openxmlformats.org/officeDocument/2006/relationships/slide" Target="slide15.xml"/><Relationship Id="rId21" Type="http://schemas.openxmlformats.org/officeDocument/2006/relationships/slide" Target="slide16.xml"/><Relationship Id="rId22" Type="http://schemas.openxmlformats.org/officeDocument/2006/relationships/slide" Target="slide17.xml"/><Relationship Id="rId23" Type="http://schemas.openxmlformats.org/officeDocument/2006/relationships/slide" Target="slide18.xml"/><Relationship Id="rId24" Type="http://schemas.openxmlformats.org/officeDocument/2006/relationships/slide" Target="slide19.xml"/><Relationship Id="rId25" Type="http://schemas.openxmlformats.org/officeDocument/2006/relationships/slide" Target="slide20.xml"/><Relationship Id="rId26" Type="http://schemas.openxmlformats.org/officeDocument/2006/relationships/slide" Target="slide21.xml"/><Relationship Id="rId27" Type="http://schemas.openxmlformats.org/officeDocument/2006/relationships/slide" Target="slide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7.xml"/><Relationship Id="rId12" Type="http://schemas.openxmlformats.org/officeDocument/2006/relationships/slide" Target="slide8.xml"/><Relationship Id="rId13" Type="http://schemas.openxmlformats.org/officeDocument/2006/relationships/slide" Target="slide9.xml"/><Relationship Id="rId14" Type="http://schemas.openxmlformats.org/officeDocument/2006/relationships/slide" Target="slide10.xml"/><Relationship Id="rId15" Type="http://schemas.openxmlformats.org/officeDocument/2006/relationships/slide" Target="slide11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0" Type="http://schemas.openxmlformats.org/officeDocument/2006/relationships/slide" Target="slide16.xml"/><Relationship Id="rId21" Type="http://schemas.openxmlformats.org/officeDocument/2006/relationships/slide" Target="slide17.xml"/><Relationship Id="rId22" Type="http://schemas.openxmlformats.org/officeDocument/2006/relationships/slide" Target="slide18.xml"/><Relationship Id="rId23" Type="http://schemas.openxmlformats.org/officeDocument/2006/relationships/slide" Target="slide19.xml"/><Relationship Id="rId24" Type="http://schemas.openxmlformats.org/officeDocument/2006/relationships/slide" Target="slide20.xml"/><Relationship Id="rId25" Type="http://schemas.openxmlformats.org/officeDocument/2006/relationships/slide" Target="slide21.xml"/><Relationship Id="rId26" Type="http://schemas.openxmlformats.org/officeDocument/2006/relationships/slide" Target="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Relationship Id="rId11" Type="http://schemas.openxmlformats.org/officeDocument/2006/relationships/slide" Target="slide1.xml"/><Relationship Id="rId12" Type="http://schemas.openxmlformats.org/officeDocument/2006/relationships/slide" Target="slide2.xml"/><Relationship Id="rId13" Type="http://schemas.openxmlformats.org/officeDocument/2006/relationships/slide" Target="slide3.xml"/><Relationship Id="rId14" Type="http://schemas.openxmlformats.org/officeDocument/2006/relationships/slide" Target="slide4.xml"/><Relationship Id="rId15" Type="http://schemas.openxmlformats.org/officeDocument/2006/relationships/slide" Target="slide5.xml"/><Relationship Id="rId16" Type="http://schemas.openxmlformats.org/officeDocument/2006/relationships/slide" Target="slide6.xml"/><Relationship Id="rId17" Type="http://schemas.openxmlformats.org/officeDocument/2006/relationships/slide" Target="slide7.xml"/><Relationship Id="rId18" Type="http://schemas.openxmlformats.org/officeDocument/2006/relationships/slide" Target="slide8.xml"/><Relationship Id="rId19" Type="http://schemas.openxmlformats.org/officeDocument/2006/relationships/slide" Target="slide9.xml"/><Relationship Id="rId20" Type="http://schemas.openxmlformats.org/officeDocument/2006/relationships/slide" Target="slide10.xml"/><Relationship Id="rId21" Type="http://schemas.openxmlformats.org/officeDocument/2006/relationships/slide" Target="slide11.xml"/><Relationship Id="rId22" Type="http://schemas.openxmlformats.org/officeDocument/2006/relationships/slide" Target="slide12.xml"/><Relationship Id="rId23" Type="http://schemas.openxmlformats.org/officeDocument/2006/relationships/slide" Target="slide13.xml"/><Relationship Id="rId24" Type="http://schemas.openxmlformats.org/officeDocument/2006/relationships/slide" Target="slide14.xml"/><Relationship Id="rId25" Type="http://schemas.openxmlformats.org/officeDocument/2006/relationships/slide" Target="slide15.xml"/><Relationship Id="rId26" Type="http://schemas.openxmlformats.org/officeDocument/2006/relationships/slide" Target="slide16.xml"/><Relationship Id="rId27" Type="http://schemas.openxmlformats.org/officeDocument/2006/relationships/slide" Target="slide17.xml"/><Relationship Id="rId28" Type="http://schemas.openxmlformats.org/officeDocument/2006/relationships/slide" Target="slide18.xml"/><Relationship Id="rId29" Type="http://schemas.openxmlformats.org/officeDocument/2006/relationships/slide" Target="slide19.xml"/><Relationship Id="rId30" Type="http://schemas.openxmlformats.org/officeDocument/2006/relationships/slide" Target="slide20.xml"/><Relationship Id="rId31" Type="http://schemas.openxmlformats.org/officeDocument/2006/relationships/slide" Target="slide21.xml"/><Relationship Id="rId32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Relationship Id="rId7" Type="http://schemas.openxmlformats.org/officeDocument/2006/relationships/slide" Target="slide1.xml"/><Relationship Id="rId8" Type="http://schemas.openxmlformats.org/officeDocument/2006/relationships/slide" Target="slide2.xml"/><Relationship Id="rId9" Type="http://schemas.openxmlformats.org/officeDocument/2006/relationships/slide" Target="slide3.xml"/><Relationship Id="rId10" Type="http://schemas.openxmlformats.org/officeDocument/2006/relationships/slide" Target="slide4.xml"/><Relationship Id="rId11" Type="http://schemas.openxmlformats.org/officeDocument/2006/relationships/slide" Target="slide5.xml"/><Relationship Id="rId12" Type="http://schemas.openxmlformats.org/officeDocument/2006/relationships/slide" Target="slide6.xml"/><Relationship Id="rId13" Type="http://schemas.openxmlformats.org/officeDocument/2006/relationships/slide" Target="slide7.xml"/><Relationship Id="rId14" Type="http://schemas.openxmlformats.org/officeDocument/2006/relationships/slide" Target="slide8.xml"/><Relationship Id="rId15" Type="http://schemas.openxmlformats.org/officeDocument/2006/relationships/slide" Target="slide9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2.xml"/><Relationship Id="rId19" Type="http://schemas.openxmlformats.org/officeDocument/2006/relationships/slide" Target="slide13.xml"/><Relationship Id="rId20" Type="http://schemas.openxmlformats.org/officeDocument/2006/relationships/slide" Target="slide14.xml"/><Relationship Id="rId21" Type="http://schemas.openxmlformats.org/officeDocument/2006/relationships/slide" Target="slide15.xml"/><Relationship Id="rId22" Type="http://schemas.openxmlformats.org/officeDocument/2006/relationships/slide" Target="slide16.xml"/><Relationship Id="rId23" Type="http://schemas.openxmlformats.org/officeDocument/2006/relationships/slide" Target="slide17.xml"/><Relationship Id="rId24" Type="http://schemas.openxmlformats.org/officeDocument/2006/relationships/slide" Target="slide18.xml"/><Relationship Id="rId25" Type="http://schemas.openxmlformats.org/officeDocument/2006/relationships/slide" Target="slide19.xml"/><Relationship Id="rId26" Type="http://schemas.openxmlformats.org/officeDocument/2006/relationships/slide" Target="slide20.xml"/><Relationship Id="rId27" Type="http://schemas.openxmlformats.org/officeDocument/2006/relationships/slide" Target="slide21.xml"/><Relationship Id="rId28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Relationship Id="rId9" Type="http://schemas.openxmlformats.org/officeDocument/2006/relationships/slide" Target="slide7.xml"/><Relationship Id="rId10" Type="http://schemas.openxmlformats.org/officeDocument/2006/relationships/slide" Target="slide8.xml"/><Relationship Id="rId11" Type="http://schemas.openxmlformats.org/officeDocument/2006/relationships/slide" Target="slide9.xml"/><Relationship Id="rId12" Type="http://schemas.openxmlformats.org/officeDocument/2006/relationships/slide" Target="slide10.xml"/><Relationship Id="rId13" Type="http://schemas.openxmlformats.org/officeDocument/2006/relationships/slide" Target="slide11.xml"/><Relationship Id="rId14" Type="http://schemas.openxmlformats.org/officeDocument/2006/relationships/slide" Target="slide12.xml"/><Relationship Id="rId15" Type="http://schemas.openxmlformats.org/officeDocument/2006/relationships/slide" Target="slide13.xml"/><Relationship Id="rId16" Type="http://schemas.openxmlformats.org/officeDocument/2006/relationships/slide" Target="slide14.xml"/><Relationship Id="rId17" Type="http://schemas.openxmlformats.org/officeDocument/2006/relationships/slide" Target="slide15.xml"/><Relationship Id="rId18" Type="http://schemas.openxmlformats.org/officeDocument/2006/relationships/slide" Target="slide16.xml"/><Relationship Id="rId19" Type="http://schemas.openxmlformats.org/officeDocument/2006/relationships/slide" Target="slide17.xml"/><Relationship Id="rId20" Type="http://schemas.openxmlformats.org/officeDocument/2006/relationships/slide" Target="slide18.xml"/><Relationship Id="rId21" Type="http://schemas.openxmlformats.org/officeDocument/2006/relationships/slide" Target="slide19.xml"/><Relationship Id="rId22" Type="http://schemas.openxmlformats.org/officeDocument/2006/relationships/slide" Target="slide20.xml"/><Relationship Id="rId23" Type="http://schemas.openxmlformats.org/officeDocument/2006/relationships/slide" Target="slide21.xml"/><Relationship Id="rId24" Type="http://schemas.openxmlformats.org/officeDocument/2006/relationships/slide" Target="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  <p:sp>
        <p:nvSpPr>
          <p:cNvPr id="23" name="Rectangle 22">
            <a:hlinkClick action="ppaction://hlinksldjump" r:id="rId5"/>
          </p:cNvPr>
          <p:cNvSpPr/>
          <p:nvPr/>
        </p:nvSpPr>
        <p:spPr>
          <a:xfrm>
            <a:off x="585216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1" descr="Click to navigate to slide 01 of 22">
            <a:hlinkClick action="ppaction://hlinksldjump" r:id="rId5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6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2" descr="Click to navigate to slide 02 of 22">
            <a:hlinkClick action="ppaction://hlinksldjump" r:id="rId6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7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3" descr="Click to navigate to slide 03 of 22">
            <a:hlinkClick action="ppaction://hlinksldjump" r:id="rId7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8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4" descr="Click to navigate to slide 04 of 22">
            <a:hlinkClick action="ppaction://hlinksldjump" r:id="rId8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9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5" descr="Click to navigate to slide 05 of 22">
            <a:hlinkClick action="ppaction://hlinksldjump" r:id="rId9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0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6" descr="Click to navigate to slide 06 of 22">
            <a:hlinkClick action="ppaction://hlinksldjump" r:id="rId10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1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07" descr="Click to navigate to slide 07 of 22">
            <a:hlinkClick action="ppaction://hlinksldjump" r:id="rId11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2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08" descr="Click to navigate to slide 08 of 22">
            <a:hlinkClick action="ppaction://hlinksldjump" r:id="rId12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3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09" descr="Click to navigate to slide 09 of 22">
            <a:hlinkClick action="ppaction://hlinksldjump" r:id="rId13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4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0" descr="Click to navigate to slide 10 of 22">
            <a:hlinkClick action="ppaction://hlinksldjump" r:id="rId14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5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1" descr="Click to navigate to slide 11 of 22">
            <a:hlinkClick action="ppaction://hlinksldjump" r:id="rId15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6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2" descr="Click to navigate to slide 12 of 22">
            <a:hlinkClick action="ppaction://hlinksldjump" r:id="rId16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7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3" descr="Click to navigate to slide 13 of 22">
            <a:hlinkClick action="ppaction://hlinksldjump" r:id="rId17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8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4" descr="Click to navigate to slide 14 of 22">
            <a:hlinkClick action="ppaction://hlinksldjump" r:id="rId18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19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5" descr="Click to navigate to slide 15 of 22">
            <a:hlinkClick action="ppaction://hlinksldjump" r:id="rId19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0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6" descr="Click to navigate to slide 16 of 22">
            <a:hlinkClick action="ppaction://hlinksldjump" r:id="rId20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1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17" descr="Click to navigate to slide 17 of 22">
            <a:hlinkClick action="ppaction://hlinksldjump" r:id="rId21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2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18" descr="Click to navigate to slide 18 of 22">
            <a:hlinkClick action="ppaction://hlinksldjump" r:id="rId22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3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19" descr="Click to navigate to slide 19 of 22">
            <a:hlinkClick action="ppaction://hlinksldjump" r:id="rId23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24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20" descr="Click to navigate to slide 20 of 22">
            <a:hlinkClick action="ppaction://hlinksldjump" r:id="rId24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25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21" descr="Click to navigate to slide 21 of 22">
            <a:hlinkClick action="ppaction://hlinksldjump" r:id="rId25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>
            <a:hlinkClick action="ppaction://hlinksldjump" r:id="rId26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lide navigation 22" descr="Click to navigate to slide 22 of 22">
            <a:hlinkClick action="ppaction://hlinksldjump" r:id="rId26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7" name="Rectangle 6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Click any of the 22 footer dashes to jump to that slide; the bright dash marks your current position.</a:t>
            </a:r>
          </a:p>
        </p:txBody>
      </p:sp>
      <p:sp>
        <p:nvSpPr>
          <p:cNvPr id="10" name="Rectangle 9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2" name="Rectangle 11">
            <a:hlinkClick action="ppaction://hlinksldjump" r:id="rId5"/>
          </p:cNvPr>
          <p:cNvSpPr/>
          <p:nvPr/>
        </p:nvSpPr>
        <p:spPr>
          <a:xfrm>
            <a:off x="1087845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Rectangle 13">
            <a:hlinkClick action="ppaction://hlinksldjump" r:id="rId6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Rectangle 15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Rectangle 17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12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5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6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7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8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Business Understanding: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Churn is high, and teams often learn who left only after the 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is a material business problem.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Current retention is backward-looking.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Historical reporting shows who already left, not which customers need attention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One-size-fits-all offers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Discounts can go to customers who would stay, while still missing those likely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5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6"/>
          </p:cNvPr>
          <p:cNvSpPr/>
          <p:nvPr/>
        </p:nvSpPr>
        <p:spPr>
          <a:xfrm>
            <a:off x="1590474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2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5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6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7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18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7" name="Rectangle 6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COMPLEMENTARY ANALYTICS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Portfolio-level understanding and customer-level scoring work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281635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6431" y="1517904"/>
            <a:ext cx="5428335" cy="281635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00784"/>
            <a:ext cx="50259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POWER BI · PORTFOLIO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029967"/>
            <a:ext cx="50259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Historical and aggregate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42032"/>
            <a:ext cx="502599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Portfolio-level historical churn and KPIs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Segment patterns across contract, tenure, and services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▸  Describes what happened and where churn concentrates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599" y="1700784"/>
            <a:ext cx="50259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RETAINIQ · CUSTOMER-LEVEL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7599" y="2029967"/>
            <a:ext cx="50259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Scoring that supports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2542032"/>
            <a:ext cx="502599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Scores uploaded customer rows with the deployed Logistic Regression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Returns churn probabilities and risk tiers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Shows coefficient-based drivers with rule-based suggestions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▸  Supports bulk review and export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17136"/>
            <a:ext cx="11057839" cy="157276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663440"/>
            <a:ext cx="10655503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COMPLEMENTARY, NOT A REPLACEMENT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120" b="0">
                <a:solidFill>
                  <a:srgbClr val="EAF0F7"/>
                </a:solidFill>
                <a:latin typeface="Segoe UI"/>
              </a:rPr>
              <a:t>Power BI describes portfolio patterns; RetainIQ adds individual customer scoring and operational next steps.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Campaign uplift has not been measured. Revenue is exposure at risk, not confirmed savings.</a:t>
            </a:r>
          </a:p>
        </p:txBody>
      </p:sp>
      <p:sp>
        <p:nvSpPr>
          <p:cNvPr id="17" name="Rectangle 16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Rectangle 18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Rectangle 20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3" name="Rectangle 22">
            <a:hlinkClick action="ppaction://hlinksldjump" r:id="rId6"/>
          </p:cNvPr>
          <p:cNvSpPr/>
          <p:nvPr/>
        </p:nvSpPr>
        <p:spPr>
          <a:xfrm>
            <a:off x="2093103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7"/>
          </p:cNvPr>
          <p:cNvSpPr/>
          <p:nvPr/>
        </p:nvSpPr>
        <p:spPr>
          <a:xfrm>
            <a:off x="2595732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8" name="Rectangle 57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0" name="Rectangle 59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2" name="Rectangle 61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4" name="Rectangle 63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6" name="Rectangle 6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3" name="Rectangle 22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8"/>
          </p:cNvPr>
          <p:cNvSpPr/>
          <p:nvPr/>
        </p:nvSpPr>
        <p:spPr>
          <a:xfrm>
            <a:off x="3098361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>
            <a:hlinkClick action="ppaction://hlinksldjump" r:id="rId5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1" descr="Click to navigate to slide 01 of 22">
            <a:hlinkClick action="ppaction://hlinksldjump" r:id="rId5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6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2" descr="Click to navigate to slide 02 of 22">
            <a:hlinkClick action="ppaction://hlinksldjump" r:id="rId6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7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3" descr="Click to navigate to slide 03 of 22">
            <a:hlinkClick action="ppaction://hlinksldjump" r:id="rId7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8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4" descr="Click to navigate to slide 04 of 22">
            <a:hlinkClick action="ppaction://hlinksldjump" r:id="rId8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9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5" descr="Click to navigate to slide 05 of 22">
            <a:hlinkClick action="ppaction://hlinksldjump" r:id="rId9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10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6" descr="Click to navigate to slide 06 of 22">
            <a:hlinkClick action="ppaction://hlinksldjump" r:id="rId10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1"/>
          </p:cNvPr>
          <p:cNvSpPr/>
          <p:nvPr/>
        </p:nvSpPr>
        <p:spPr>
          <a:xfrm>
            <a:off x="3600990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07" descr="Click to navigate to slide 07 of 22">
            <a:hlinkClick action="ppaction://hlinksldjump" r:id="rId11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2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08" descr="Click to navigate to slide 08 of 22">
            <a:hlinkClick action="ppaction://hlinksldjump" r:id="rId12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3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09" descr="Click to navigate to slide 09 of 22">
            <a:hlinkClick action="ppaction://hlinksldjump" r:id="rId13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4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0" descr="Click to navigate to slide 10 of 22">
            <a:hlinkClick action="ppaction://hlinksldjump" r:id="rId14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5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1" descr="Click to navigate to slide 11 of 22">
            <a:hlinkClick action="ppaction://hlinksldjump" r:id="rId15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6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2" descr="Click to navigate to slide 12 of 22">
            <a:hlinkClick action="ppaction://hlinksldjump" r:id="rId16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7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3" descr="Click to navigate to slide 13 of 22">
            <a:hlinkClick action="ppaction://hlinksldjump" r:id="rId17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18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4" descr="Click to navigate to slide 14 of 22">
            <a:hlinkClick action="ppaction://hlinksldjump" r:id="rId18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19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5" descr="Click to navigate to slide 15 of 22">
            <a:hlinkClick action="ppaction://hlinksldjump" r:id="rId19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20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6" descr="Click to navigate to slide 16 of 22">
            <a:hlinkClick action="ppaction://hlinksldjump" r:id="rId20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1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17" descr="Click to navigate to slide 17 of 22">
            <a:hlinkClick action="ppaction://hlinksldjump" r:id="rId21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2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18" descr="Click to navigate to slide 18 of 22">
            <a:hlinkClick action="ppaction://hlinksldjump" r:id="rId22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3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19" descr="Click to navigate to slide 19 of 22">
            <a:hlinkClick action="ppaction://hlinksldjump" r:id="rId23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>
            <a:hlinkClick action="ppaction://hlinksldjump" r:id="rId24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lide navigation 20" descr="Click to navigate to slide 20 of 22">
            <a:hlinkClick action="ppaction://hlinksldjump" r:id="rId24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8" name="Rectangle 57">
            <a:hlinkClick action="ppaction://hlinksldjump" r:id="rId25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lide navigation 21" descr="Click to navigate to slide 21 of 22">
            <a:hlinkClick action="ppaction://hlinksldjump" r:id="rId25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0" name="Rectangle 59">
            <a:hlinkClick action="ppaction://hlinksldjump" r:id="rId26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lide navigation 22" descr="Click to navigate to slide 22 of 22">
            <a:hlinkClick action="ppaction://hlinksldjump" r:id="rId26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Rectangle 18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Rectangle 20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3" name="Rectangle 22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10"/>
          </p:cNvPr>
          <p:cNvSpPr/>
          <p:nvPr/>
        </p:nvSpPr>
        <p:spPr>
          <a:xfrm>
            <a:off x="4103619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Rectangle 14">
            <a:hlinkClick action="ppaction://hlinksldjump" r:id="rId5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Rectangle 16">
            <a:hlinkClick action="ppaction://hlinksldjump" r:id="rId6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Rectangle 18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Rectangle 20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3" name="Rectangle 22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12"/>
          </p:cNvPr>
          <p:cNvSpPr/>
          <p:nvPr/>
        </p:nvSpPr>
        <p:spPr>
          <a:xfrm>
            <a:off x="4606248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5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6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7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8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>
            <a:hlinkClick action="ppaction://hlinksldjump" r:id="rId5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1" descr="Click to navigate to slide 01 of 22">
            <a:hlinkClick action="ppaction://hlinksldjump" r:id="rId5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2" descr="Click to navigate to slide 02 of 22">
            <a:hlinkClick action="ppaction://hlinksldjump" r:id="rId6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7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3" descr="Click to navigate to slide 03 of 22">
            <a:hlinkClick action="ppaction://hlinksldjump" r:id="rId7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8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4" descr="Click to navigate to slide 04 of 22">
            <a:hlinkClick action="ppaction://hlinksldjump" r:id="rId8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9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5" descr="Click to navigate to slide 05 of 22">
            <a:hlinkClick action="ppaction://hlinksldjump" r:id="rId9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0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06" descr="Click to navigate to slide 06 of 22">
            <a:hlinkClick action="ppaction://hlinksldjump" r:id="rId10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1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07" descr="Click to navigate to slide 07 of 22">
            <a:hlinkClick action="ppaction://hlinksldjump" r:id="rId11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2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08" descr="Click to navigate to slide 08 of 22">
            <a:hlinkClick action="ppaction://hlinksldjump" r:id="rId12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3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09" descr="Click to navigate to slide 09 of 22">
            <a:hlinkClick action="ppaction://hlinksldjump" r:id="rId13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4"/>
          </p:cNvPr>
          <p:cNvSpPr/>
          <p:nvPr/>
        </p:nvSpPr>
        <p:spPr>
          <a:xfrm>
            <a:off x="5108877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0" descr="Click to navigate to slide 10 of 22">
            <a:hlinkClick action="ppaction://hlinksldjump" r:id="rId14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5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1" descr="Click to navigate to slide 11 of 22">
            <a:hlinkClick action="ppaction://hlinksldjump" r:id="rId15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6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2" descr="Click to navigate to slide 12 of 22">
            <a:hlinkClick action="ppaction://hlinksldjump" r:id="rId16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17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3" descr="Click to navigate to slide 13 of 22">
            <a:hlinkClick action="ppaction://hlinksldjump" r:id="rId17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18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4" descr="Click to navigate to slide 14 of 22">
            <a:hlinkClick action="ppaction://hlinksldjump" r:id="rId18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19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5" descr="Click to navigate to slide 15 of 22">
            <a:hlinkClick action="ppaction://hlinksldjump" r:id="rId19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0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16" descr="Click to navigate to slide 16 of 22">
            <a:hlinkClick action="ppaction://hlinksldjump" r:id="rId20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1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17" descr="Click to navigate to slide 17 of 22">
            <a:hlinkClick action="ppaction://hlinksldjump" r:id="rId21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2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18" descr="Click to navigate to slide 18 of 22">
            <a:hlinkClick action="ppaction://hlinksldjump" r:id="rId22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>
            <a:hlinkClick action="ppaction://hlinksldjump" r:id="rId23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lide navigation 19" descr="Click to navigate to slide 19 of 22">
            <a:hlinkClick action="ppaction://hlinksldjump" r:id="rId23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8" name="Rectangle 57">
            <a:hlinkClick action="ppaction://hlinksldjump" r:id="rId24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lide navigation 20" descr="Click to navigate to slide 20 of 22">
            <a:hlinkClick action="ppaction://hlinksldjump" r:id="rId24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0" name="Rectangle 59">
            <a:hlinkClick action="ppaction://hlinksldjump" r:id="rId25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lide navigation 21" descr="Click to navigate to slide 21 of 22">
            <a:hlinkClick action="ppaction://hlinksldjump" r:id="rId25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2" name="Rectangle 61">
            <a:hlinkClick action="ppaction://hlinksldjump" r:id="rId26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Slide navigation 22" descr="Click to navigate to slide 22 of 22">
            <a:hlinkClick action="ppaction://hlinksldjump" r:id="rId26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4" name="Rectangle 6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1" name="Rectangle 70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3" name="Rectangle 72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5" name="Rectangle 74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7" name="Rectangle 76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9" name="Rectangle 78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1" name="Rectangle 80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3" name="Rectangle 82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5" name="Rectangle 84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7" name="Rectangle 86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9" name="Rectangle 88">
            <a:hlinkClick action="ppaction://hlinksldjump" r:id="rId13"/>
          </p:cNvPr>
          <p:cNvSpPr/>
          <p:nvPr/>
        </p:nvSpPr>
        <p:spPr>
          <a:xfrm>
            <a:off x="5611506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1" name="Rectangle 90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3" name="Rectangle 92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5" name="Rectangle 94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7" name="Rectangle 96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9" name="Rectangle 98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1" name="Rectangle 100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3" name="Rectangle 102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5" name="Rectangle 104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7" name="Rectangle 106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09" name="Rectangle 108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1" name="Rectangle 110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Rectangle 13">
            <a:hlinkClick action="ppaction://hlinksldjump" r:id="rId5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Rectangle 15">
            <a:hlinkClick action="ppaction://hlinksldjump" r:id="rId6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Rectangle 17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12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5"/>
          </p:cNvPr>
          <p:cNvSpPr/>
          <p:nvPr/>
        </p:nvSpPr>
        <p:spPr>
          <a:xfrm>
            <a:off x="6114135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6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7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8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Rectangle 13">
            <a:hlinkClick action="ppaction://hlinksldjump" r:id="rId5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Rectangle 15">
            <a:hlinkClick action="ppaction://hlinksldjump" r:id="rId6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Rectangle 17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12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5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6"/>
          </p:cNvPr>
          <p:cNvSpPr/>
          <p:nvPr/>
        </p:nvSpPr>
        <p:spPr>
          <a:xfrm>
            <a:off x="6616764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7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8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5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6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2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5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6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17"/>
          </p:cNvPr>
          <p:cNvSpPr/>
          <p:nvPr/>
        </p:nvSpPr>
        <p:spPr>
          <a:xfrm>
            <a:off x="7119393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18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8" name="Rectangle 57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0" name="Rectangle 59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>
            <a:hlinkClick action="ppaction://hlinksldjump" r:id="rId4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lide navigation 01" descr="Click to navigate to slide 01 of 22">
            <a:hlinkClick action="ppaction://hlinksldjump" r:id="rId4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Rectangle 15">
            <a:hlinkClick action="ppaction://hlinksldjump" r:id="rId5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 navigation 02" descr="Click to navigate to slide 02 of 22">
            <a:hlinkClick action="ppaction://hlinksldjump" r:id="rId5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Rectangle 17">
            <a:hlinkClick action="ppaction://hlinksldjump" r:id="rId6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3" descr="Click to navigate to slide 03 of 22">
            <a:hlinkClick action="ppaction://hlinksldjump" r:id="rId6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7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4" descr="Click to navigate to slide 04 of 22">
            <a:hlinkClick action="ppaction://hlinksldjump" r:id="rId7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8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5" descr="Click to navigate to slide 05 of 22">
            <a:hlinkClick action="ppaction://hlinksldjump" r:id="rId8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9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6" descr="Click to navigate to slide 06 of 22">
            <a:hlinkClick action="ppaction://hlinksldjump" r:id="rId9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10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7" descr="Click to navigate to slide 07 of 22">
            <a:hlinkClick action="ppaction://hlinksldjump" r:id="rId10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11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8" descr="Click to navigate to slide 08 of 22">
            <a:hlinkClick action="ppaction://hlinksldjump" r:id="rId11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2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09" descr="Click to navigate to slide 09 of 22">
            <a:hlinkClick action="ppaction://hlinksldjump" r:id="rId12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3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10" descr="Click to navigate to slide 10 of 22">
            <a:hlinkClick action="ppaction://hlinksldjump" r:id="rId13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4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11" descr="Click to navigate to slide 11 of 22">
            <a:hlinkClick action="ppaction://hlinksldjump" r:id="rId14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5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2" descr="Click to navigate to slide 12 of 22">
            <a:hlinkClick action="ppaction://hlinksldjump" r:id="rId15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6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3" descr="Click to navigate to slide 13 of 22">
            <a:hlinkClick action="ppaction://hlinksldjump" r:id="rId16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7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4" descr="Click to navigate to slide 14 of 22">
            <a:hlinkClick action="ppaction://hlinksldjump" r:id="rId17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8"/>
          </p:cNvPr>
          <p:cNvSpPr/>
          <p:nvPr/>
        </p:nvSpPr>
        <p:spPr>
          <a:xfrm>
            <a:off x="7622022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5" descr="Click to navigate to slide 15 of 22">
            <a:hlinkClick action="ppaction://hlinksldjump" r:id="rId18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19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6" descr="Click to navigate to slide 16 of 22">
            <a:hlinkClick action="ppaction://hlinksldjump" r:id="rId19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20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7" descr="Click to navigate to slide 17 of 22">
            <a:hlinkClick action="ppaction://hlinksldjump" r:id="rId20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21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8" descr="Click to navigate to slide 18 of 22">
            <a:hlinkClick action="ppaction://hlinksldjump" r:id="rId21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2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19" descr="Click to navigate to slide 19 of 22">
            <a:hlinkClick action="ppaction://hlinksldjump" r:id="rId22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3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20" descr="Click to navigate to slide 20 of 22">
            <a:hlinkClick action="ppaction://hlinksldjump" r:id="rId23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4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21" descr="Click to navigate to slide 21 of 22">
            <a:hlinkClick action="ppaction://hlinksldjump" r:id="rId24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>
            <a:hlinkClick action="ppaction://hlinksldjump" r:id="rId25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lide navigation 22" descr="Click to navigate to slide 22 of 22">
            <a:hlinkClick action="ppaction://hlinksldjump" r:id="rId25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8" name="Rectangle 5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>
            <a:hlinkClick action="ppaction://hlinksldjump" r:id="rId6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1" descr="Click to navigate to slide 01 of 22">
            <a:hlinkClick action="ppaction://hlinksldjump" r:id="rId6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7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2" descr="Click to navigate to slide 02 of 22">
            <a:hlinkClick action="ppaction://hlinksldjump" r:id="rId7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8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3" descr="Click to navigate to slide 03 of 22">
            <a:hlinkClick action="ppaction://hlinksldjump" r:id="rId8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9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4" descr="Click to navigate to slide 04 of 22">
            <a:hlinkClick action="ppaction://hlinksldjump" r:id="rId9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0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5" descr="Click to navigate to slide 05 of 22">
            <a:hlinkClick action="ppaction://hlinksldjump" r:id="rId10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1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06" descr="Click to navigate to slide 06 of 22">
            <a:hlinkClick action="ppaction://hlinksldjump" r:id="rId11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2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07" descr="Click to navigate to slide 07 of 22">
            <a:hlinkClick action="ppaction://hlinksldjump" r:id="rId12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3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08" descr="Click to navigate to slide 08 of 22">
            <a:hlinkClick action="ppaction://hlinksldjump" r:id="rId13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4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09" descr="Click to navigate to slide 09 of 22">
            <a:hlinkClick action="ppaction://hlinksldjump" r:id="rId14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5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0" descr="Click to navigate to slide 10 of 22">
            <a:hlinkClick action="ppaction://hlinksldjump" r:id="rId15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6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1" descr="Click to navigate to slide 11 of 22">
            <a:hlinkClick action="ppaction://hlinksldjump" r:id="rId16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7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2" descr="Click to navigate to slide 12 of 22">
            <a:hlinkClick action="ppaction://hlinksldjump" r:id="rId17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8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3" descr="Click to navigate to slide 13 of 22">
            <a:hlinkClick action="ppaction://hlinksldjump" r:id="rId18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19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4" descr="Click to navigate to slide 14 of 22">
            <a:hlinkClick action="ppaction://hlinksldjump" r:id="rId19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0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5" descr="Click to navigate to slide 15 of 22">
            <a:hlinkClick action="ppaction://hlinksldjump" r:id="rId20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1"/>
          </p:cNvPr>
          <p:cNvSpPr/>
          <p:nvPr/>
        </p:nvSpPr>
        <p:spPr>
          <a:xfrm>
            <a:off x="8124651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16" descr="Click to navigate to slide 16 of 22">
            <a:hlinkClick action="ppaction://hlinksldjump" r:id="rId21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2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17" descr="Click to navigate to slide 17 of 22">
            <a:hlinkClick action="ppaction://hlinksldjump" r:id="rId22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3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18" descr="Click to navigate to slide 18 of 22">
            <a:hlinkClick action="ppaction://hlinksldjump" r:id="rId23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24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19" descr="Click to navigate to slide 19 of 22">
            <a:hlinkClick action="ppaction://hlinksldjump" r:id="rId24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25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20" descr="Click to navigate to slide 20 of 22">
            <a:hlinkClick action="ppaction://hlinksldjump" r:id="rId25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>
            <a:hlinkClick action="ppaction://hlinksldjump" r:id="rId26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lide navigation 21" descr="Click to navigate to slide 21 of 22">
            <a:hlinkClick action="ppaction://hlinksldjump" r:id="rId26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7" name="Rectangle 66">
            <a:hlinkClick action="ppaction://hlinksldjump" r:id="rId27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Slide navigation 22" descr="Click to navigate to slide 22 of 22">
            <a:hlinkClick action="ppaction://hlinksldjump" r:id="rId27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>
            <a:hlinkClick action="ppaction://hlinksldjump" r:id="rId5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lide navigation 01" descr="Click to navigate to slide 01 of 22">
            <a:hlinkClick action="ppaction://hlinksldjump" r:id="rId5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4" name="Rectangle 13">
            <a:hlinkClick action="ppaction://hlinksldjump" r:id="rId6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lide navigation 02" descr="Click to navigate to slide 02 of 22">
            <a:hlinkClick action="ppaction://hlinksldjump" r:id="rId6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6" name="Rectangle 15">
            <a:hlinkClick action="ppaction://hlinksldjump" r:id="rId7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lide navigation 03" descr="Click to navigate to slide 03 of 22">
            <a:hlinkClick action="ppaction://hlinksldjump" r:id="rId7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8" name="Rectangle 17">
            <a:hlinkClick action="ppaction://hlinksldjump" r:id="rId8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4" descr="Click to navigate to slide 04 of 22">
            <a:hlinkClick action="ppaction://hlinksldjump" r:id="rId8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9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5" descr="Click to navigate to slide 05 of 22">
            <a:hlinkClick action="ppaction://hlinksldjump" r:id="rId9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10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6" descr="Click to navigate to slide 06 of 22">
            <a:hlinkClick action="ppaction://hlinksldjump" r:id="rId10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11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7" descr="Click to navigate to slide 07 of 22">
            <a:hlinkClick action="ppaction://hlinksldjump" r:id="rId11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12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8" descr="Click to navigate to slide 08 of 22">
            <a:hlinkClick action="ppaction://hlinksldjump" r:id="rId12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13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9" descr="Click to navigate to slide 09 of 22">
            <a:hlinkClick action="ppaction://hlinksldjump" r:id="rId13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14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10" descr="Click to navigate to slide 10 of 22">
            <a:hlinkClick action="ppaction://hlinksldjump" r:id="rId14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5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11" descr="Click to navigate to slide 11 of 22">
            <a:hlinkClick action="ppaction://hlinksldjump" r:id="rId15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6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12" descr="Click to navigate to slide 12 of 22">
            <a:hlinkClick action="ppaction://hlinksldjump" r:id="rId16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7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3" descr="Click to navigate to slide 13 of 22">
            <a:hlinkClick action="ppaction://hlinksldjump" r:id="rId17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8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4" descr="Click to navigate to slide 14 of 22">
            <a:hlinkClick action="ppaction://hlinksldjump" r:id="rId18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9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5" descr="Click to navigate to slide 15 of 22">
            <a:hlinkClick action="ppaction://hlinksldjump" r:id="rId19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20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6" descr="Click to navigate to slide 16 of 22">
            <a:hlinkClick action="ppaction://hlinksldjump" r:id="rId20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21"/>
          </p:cNvPr>
          <p:cNvSpPr/>
          <p:nvPr/>
        </p:nvSpPr>
        <p:spPr>
          <a:xfrm>
            <a:off x="8627280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7" descr="Click to navigate to slide 17 of 22">
            <a:hlinkClick action="ppaction://hlinksldjump" r:id="rId21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22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8" descr="Click to navigate to slide 18 of 22">
            <a:hlinkClick action="ppaction://hlinksldjump" r:id="rId22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23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9" descr="Click to navigate to slide 19 of 22">
            <a:hlinkClick action="ppaction://hlinksldjump" r:id="rId23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24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20" descr="Click to navigate to slide 20 of 22">
            <a:hlinkClick action="ppaction://hlinksldjump" r:id="rId24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5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21" descr="Click to navigate to slide 21 of 22">
            <a:hlinkClick action="ppaction://hlinksldjump" r:id="rId25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6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22" descr="Click to navigate to slide 22 of 22">
            <a:hlinkClick action="ppaction://hlinksldjump" r:id="rId26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7" name="Rectangle 66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9" name="Rectangle 68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1" name="Rectangle 70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3" name="Rectangle 72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5" name="Rectangle 74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7" name="Rectangle 76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9" name="Rectangle 78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1" name="Rectangle 80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3" name="Rectangle 82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5" name="Rectangle 84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7" name="Rectangle 86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9" name="Rectangle 88">
            <a:hlinkClick action="ppaction://hlinksldjump" r:id="rId20"/>
          </p:cNvPr>
          <p:cNvSpPr/>
          <p:nvPr/>
        </p:nvSpPr>
        <p:spPr>
          <a:xfrm>
            <a:off x="9129909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1" name="Rectangle 90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3" name="Rectangle 92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5" name="Rectangle 94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7" name="Rectangle 96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99" name="Rectangle 9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>
            <a:hlinkClick action="ppaction://hlinksldjump" r:id="rId11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01" descr="Click to navigate to slide 01 of 22">
            <a:hlinkClick action="ppaction://hlinksldjump" r:id="rId11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2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02" descr="Click to navigate to slide 02 of 22">
            <a:hlinkClick action="ppaction://hlinksldjump" r:id="rId12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13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03" descr="Click to navigate to slide 03 of 22">
            <a:hlinkClick action="ppaction://hlinksldjump" r:id="rId13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14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04" descr="Click to navigate to slide 04 of 22">
            <a:hlinkClick action="ppaction://hlinksldjump" r:id="rId14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15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05" descr="Click to navigate to slide 05 of 22">
            <a:hlinkClick action="ppaction://hlinksldjump" r:id="rId15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16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06" descr="Click to navigate to slide 06 of 22">
            <a:hlinkClick action="ppaction://hlinksldjump" r:id="rId16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17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07" descr="Click to navigate to slide 07 of 22">
            <a:hlinkClick action="ppaction://hlinksldjump" r:id="rId17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18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08" descr="Click to navigate to slide 08 of 22">
            <a:hlinkClick action="ppaction://hlinksldjump" r:id="rId18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19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09" descr="Click to navigate to slide 09 of 22">
            <a:hlinkClick action="ppaction://hlinksldjump" r:id="rId19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20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10" descr="Click to navigate to slide 10 of 22">
            <a:hlinkClick action="ppaction://hlinksldjump" r:id="rId20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>
            <a:hlinkClick action="ppaction://hlinksldjump" r:id="rId21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lide navigation 11" descr="Click to navigate to slide 11 of 22">
            <a:hlinkClick action="ppaction://hlinksldjump" r:id="rId21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7" name="Rectangle 66">
            <a:hlinkClick action="ppaction://hlinksldjump" r:id="rId22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Slide navigation 12" descr="Click to navigate to slide 12 of 22">
            <a:hlinkClick action="ppaction://hlinksldjump" r:id="rId22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9" name="Rectangle 68">
            <a:hlinkClick action="ppaction://hlinksldjump" r:id="rId23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Slide navigation 13" descr="Click to navigate to slide 13 of 22">
            <a:hlinkClick action="ppaction://hlinksldjump" r:id="rId23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1" name="Rectangle 70">
            <a:hlinkClick action="ppaction://hlinksldjump" r:id="rId24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Slide navigation 14" descr="Click to navigate to slide 14 of 22">
            <a:hlinkClick action="ppaction://hlinksldjump" r:id="rId24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3" name="Rectangle 72">
            <a:hlinkClick action="ppaction://hlinksldjump" r:id="rId25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Slide navigation 15" descr="Click to navigate to slide 15 of 22">
            <a:hlinkClick action="ppaction://hlinksldjump" r:id="rId25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5" name="Rectangle 74">
            <a:hlinkClick action="ppaction://hlinksldjump" r:id="rId26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lide navigation 16" descr="Click to navigate to slide 16 of 22">
            <a:hlinkClick action="ppaction://hlinksldjump" r:id="rId26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7" name="Rectangle 76">
            <a:hlinkClick action="ppaction://hlinksldjump" r:id="rId27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Slide navigation 17" descr="Click to navigate to slide 17 of 22">
            <a:hlinkClick action="ppaction://hlinksldjump" r:id="rId27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79" name="Rectangle 78">
            <a:hlinkClick action="ppaction://hlinksldjump" r:id="rId28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Slide navigation 18" descr="Click to navigate to slide 18 of 22">
            <a:hlinkClick action="ppaction://hlinksldjump" r:id="rId28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1" name="Rectangle 80">
            <a:hlinkClick action="ppaction://hlinksldjump" r:id="rId29"/>
          </p:cNvPr>
          <p:cNvSpPr/>
          <p:nvPr/>
        </p:nvSpPr>
        <p:spPr>
          <a:xfrm>
            <a:off x="9632538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lide navigation 19" descr="Click to navigate to slide 19 of 22">
            <a:hlinkClick action="ppaction://hlinksldjump" r:id="rId29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3" name="Rectangle 82">
            <a:hlinkClick action="ppaction://hlinksldjump" r:id="rId30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Slide navigation 20" descr="Click to navigate to slide 20 of 22">
            <a:hlinkClick action="ppaction://hlinksldjump" r:id="rId30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5" name="Rectangle 84">
            <a:hlinkClick action="ppaction://hlinksldjump" r:id="rId31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Slide navigation 21" descr="Click to navigate to slide 21 of 22">
            <a:hlinkClick action="ppaction://hlinksldjump" r:id="rId31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7" name="Rectangle 86">
            <a:hlinkClick action="ppaction://hlinksldjump" r:id="rId32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Slide navigation 22" descr="Click to navigate to slide 22 of 22">
            <a:hlinkClick action="ppaction://hlinksldjump" r:id="rId32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89" name="Rectangle 8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5" name="Rectangle 14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7" name="Rectangle 16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19" name="Rectangle 18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1" name="Rectangle 20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3" name="Rectangle 22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22"/>
          </p:cNvPr>
          <p:cNvSpPr/>
          <p:nvPr/>
        </p:nvSpPr>
        <p:spPr>
          <a:xfrm>
            <a:off x="10135168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4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LIVE DEMO &amp; PROJECT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>
                <a:solidFill>
                  <a:srgbClr val="2FD8B4"/>
                </a:solidFill>
                <a:latin typeface="Consolas"/>
              </a:rPr>
              <a:t>PROJECT TAKEAWAY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700" b="1">
                <a:solidFill>
                  <a:srgbClr val="EAF0F7"/>
                </a:solidFill>
                <a:latin typeface="Segoe UI"/>
              </a:rPr>
              <a:t>Probability → action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From churn risk to a prioritised, explained and costed retention response.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  <p:sp>
        <p:nvSpPr>
          <p:cNvPr id="23" name="Rectangle 22">
            <a:hlinkClick action="ppaction://hlinksldjump" r:id="rId7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lide navigation 01" descr="Click to navigate to slide 01 of 22">
            <a:hlinkClick action="ppaction://hlinksldjump" r:id="rId7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5" name="Rectangle 24">
            <a:hlinkClick action="ppaction://hlinksldjump" r:id="rId8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lide navigation 02" descr="Click to navigate to slide 02 of 22">
            <a:hlinkClick action="ppaction://hlinksldjump" r:id="rId8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7" name="Rectangle 26">
            <a:hlinkClick action="ppaction://hlinksldjump" r:id="rId9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lide navigation 03" descr="Click to navigate to slide 03 of 22">
            <a:hlinkClick action="ppaction://hlinksldjump" r:id="rId9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9" name="Rectangle 28">
            <a:hlinkClick action="ppaction://hlinksldjump" r:id="rId10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lide navigation 04" descr="Click to navigate to slide 04 of 22">
            <a:hlinkClick action="ppaction://hlinksldjump" r:id="rId10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1" name="Rectangle 30">
            <a:hlinkClick action="ppaction://hlinksldjump" r:id="rId11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lide navigation 05" descr="Click to navigate to slide 05 of 22">
            <a:hlinkClick action="ppaction://hlinksldjump" r:id="rId11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3" name="Rectangle 32">
            <a:hlinkClick action="ppaction://hlinksldjump" r:id="rId12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lide navigation 06" descr="Click to navigate to slide 06 of 22">
            <a:hlinkClick action="ppaction://hlinksldjump" r:id="rId12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5" name="Rectangle 34">
            <a:hlinkClick action="ppaction://hlinksldjump" r:id="rId13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lide navigation 07" descr="Click to navigate to slide 07 of 22">
            <a:hlinkClick action="ppaction://hlinksldjump" r:id="rId13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7" name="Rectangle 36">
            <a:hlinkClick action="ppaction://hlinksldjump" r:id="rId14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lide navigation 08" descr="Click to navigate to slide 08 of 22">
            <a:hlinkClick action="ppaction://hlinksldjump" r:id="rId14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9" name="Rectangle 38">
            <a:hlinkClick action="ppaction://hlinksldjump" r:id="rId15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lide navigation 09" descr="Click to navigate to slide 09 of 22">
            <a:hlinkClick action="ppaction://hlinksldjump" r:id="rId15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1" name="Rectangle 40">
            <a:hlinkClick action="ppaction://hlinksldjump" r:id="rId16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lide navigation 10" descr="Click to navigate to slide 10 of 22">
            <a:hlinkClick action="ppaction://hlinksldjump" r:id="rId16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3" name="Rectangle 42">
            <a:hlinkClick action="ppaction://hlinksldjump" r:id="rId17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lide navigation 11" descr="Click to navigate to slide 11 of 22">
            <a:hlinkClick action="ppaction://hlinksldjump" r:id="rId17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5" name="Rectangle 44">
            <a:hlinkClick action="ppaction://hlinksldjump" r:id="rId18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lide navigation 12" descr="Click to navigate to slide 12 of 22">
            <a:hlinkClick action="ppaction://hlinksldjump" r:id="rId18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7" name="Rectangle 46">
            <a:hlinkClick action="ppaction://hlinksldjump" r:id="rId19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lide navigation 13" descr="Click to navigate to slide 13 of 22">
            <a:hlinkClick action="ppaction://hlinksldjump" r:id="rId19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9" name="Rectangle 48">
            <a:hlinkClick action="ppaction://hlinksldjump" r:id="rId20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lide navigation 14" descr="Click to navigate to slide 14 of 22">
            <a:hlinkClick action="ppaction://hlinksldjump" r:id="rId20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1" name="Rectangle 50">
            <a:hlinkClick action="ppaction://hlinksldjump" r:id="rId21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lide navigation 15" descr="Click to navigate to slide 15 of 22">
            <a:hlinkClick action="ppaction://hlinksldjump" r:id="rId21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3" name="Rectangle 52">
            <a:hlinkClick action="ppaction://hlinksldjump" r:id="rId22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lide navigation 16" descr="Click to navigate to slide 16 of 22">
            <a:hlinkClick action="ppaction://hlinksldjump" r:id="rId22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5" name="Rectangle 54">
            <a:hlinkClick action="ppaction://hlinksldjump" r:id="rId23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lide navigation 17" descr="Click to navigate to slide 17 of 22">
            <a:hlinkClick action="ppaction://hlinksldjump" r:id="rId23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7" name="Rectangle 56">
            <a:hlinkClick action="ppaction://hlinksldjump" r:id="rId24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Slide navigation 18" descr="Click to navigate to slide 18 of 22">
            <a:hlinkClick action="ppaction://hlinksldjump" r:id="rId24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9" name="Rectangle 58">
            <a:hlinkClick action="ppaction://hlinksldjump" r:id="rId25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Slide navigation 19" descr="Click to navigate to slide 19 of 22">
            <a:hlinkClick action="ppaction://hlinksldjump" r:id="rId25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1" name="Rectangle 60">
            <a:hlinkClick action="ppaction://hlinksldjump" r:id="rId26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lide navigation 20" descr="Click to navigate to slide 20 of 22">
            <a:hlinkClick action="ppaction://hlinksldjump" r:id="rId26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3" name="Rectangle 62">
            <a:hlinkClick action="ppaction://hlinksldjump" r:id="rId27"/>
          </p:cNvPr>
          <p:cNvSpPr/>
          <p:nvPr/>
        </p:nvSpPr>
        <p:spPr>
          <a:xfrm>
            <a:off x="10637797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lide navigation 21" descr="Click to navigate to slide 21 of 22">
            <a:hlinkClick action="ppaction://hlinksldjump" r:id="rId27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5" name="Rectangle 64">
            <a:hlinkClick action="ppaction://hlinksldjump" r:id="rId28"/>
          </p:cNvPr>
          <p:cNvSpPr/>
          <p:nvPr/>
        </p:nvSpPr>
        <p:spPr>
          <a:xfrm>
            <a:off x="11140426" y="6309360"/>
            <a:ext cx="466053" cy="45720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Slide navigation 22" descr="Click to navigate to slide 22 of 22">
            <a:hlinkClick action="ppaction://hlinksldjump" r:id="rId28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7" name="Rectangle 6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17904"/>
            <a:ext cx="11057839" cy="455371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17904"/>
            <a:ext cx="11057839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73936"/>
            <a:ext cx="10143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RETAINIQ · SIGNAL OPS CONSOLE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50992" y="2772460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43016" y="2618841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2465222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2311603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9088" y="2157984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10143439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EAF0F7"/>
                </a:solidFill>
                <a:latin typeface="Segoe UI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886200"/>
            <a:ext cx="101434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FD8B4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4370832"/>
            <a:ext cx="3447288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4572000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400" b="0">
                <a:solidFill>
                  <a:srgbClr val="8CA0BE"/>
                </a:solidFill>
                <a:latin typeface="Segoe UI"/>
              </a:rPr>
              <a:t>From churn probability to a prioritised, explained and costed retention 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248656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4C8DFF"/>
                </a:solidFill>
                <a:latin typeface="Consolas"/>
              </a:rPr>
              <a:t>LOGESH S.  ·  B.SC.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5559552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Consolas"/>
              </a:rPr>
              <a:t>80.34% ACCURACY  ·  84.91% ROC-AUC  ·  7,043 CUSTOMERS SCORED  ·  $92,539 HIGH-RISK MONTHLY EXPOSURE</a:t>
            </a:r>
          </a:p>
        </p:txBody>
      </p:sp>
      <p:sp>
        <p:nvSpPr>
          <p:cNvPr id="18" name="Rectangle 17">
            <a:hlinkClick action="ppaction://hlinksldjump" r:id="rId3"/>
          </p:cNvPr>
          <p:cNvSpPr/>
          <p:nvPr/>
        </p:nvSpPr>
        <p:spPr>
          <a:xfrm>
            <a:off x="58521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lide navigation 01" descr="Click to navigate to slide 01 of 22">
            <a:hlinkClick action="ppaction://hlinksldjump" r:id="rId3"/>
          </p:cNvPr>
          <p:cNvSpPr txBox="1"/>
          <p:nvPr/>
        </p:nvSpPr>
        <p:spPr>
          <a:xfrm>
            <a:off x="56692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0" name="Rectangle 19">
            <a:hlinkClick action="ppaction://hlinksldjump" r:id="rId4"/>
          </p:cNvPr>
          <p:cNvSpPr/>
          <p:nvPr/>
        </p:nvSpPr>
        <p:spPr>
          <a:xfrm>
            <a:off x="108784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 navigation 02" descr="Click to navigate to slide 02 of 22">
            <a:hlinkClick action="ppaction://hlinksldjump" r:id="rId4"/>
          </p:cNvPr>
          <p:cNvSpPr txBox="1"/>
          <p:nvPr/>
        </p:nvSpPr>
        <p:spPr>
          <a:xfrm>
            <a:off x="106955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159047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lide navigation 03" descr="Click to navigate to slide 03 of 22">
            <a:hlinkClick action="ppaction://hlinksldjump" r:id="rId5"/>
          </p:cNvPr>
          <p:cNvSpPr txBox="1"/>
          <p:nvPr/>
        </p:nvSpPr>
        <p:spPr>
          <a:xfrm>
            <a:off x="157218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4" name="Rectangle 23">
            <a:hlinkClick action="ppaction://hlinksldjump" r:id="rId6"/>
          </p:cNvPr>
          <p:cNvSpPr/>
          <p:nvPr/>
        </p:nvSpPr>
        <p:spPr>
          <a:xfrm>
            <a:off x="209310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lide navigation 04" descr="Click to navigate to slide 04 of 22">
            <a:hlinkClick action="ppaction://hlinksldjump" r:id="rId6"/>
          </p:cNvPr>
          <p:cNvSpPr txBox="1"/>
          <p:nvPr/>
        </p:nvSpPr>
        <p:spPr>
          <a:xfrm>
            <a:off x="207481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6" name="Rectangle 25">
            <a:hlinkClick action="ppaction://hlinksldjump" r:id="rId7"/>
          </p:cNvPr>
          <p:cNvSpPr/>
          <p:nvPr/>
        </p:nvSpPr>
        <p:spPr>
          <a:xfrm>
            <a:off x="259573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lide navigation 05" descr="Click to navigate to slide 05 of 22">
            <a:hlinkClick action="ppaction://hlinksldjump" r:id="rId7"/>
          </p:cNvPr>
          <p:cNvSpPr txBox="1"/>
          <p:nvPr/>
        </p:nvSpPr>
        <p:spPr>
          <a:xfrm>
            <a:off x="257744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28" name="Rectangle 27">
            <a:hlinkClick action="ppaction://hlinksldjump" r:id="rId8"/>
          </p:cNvPr>
          <p:cNvSpPr/>
          <p:nvPr/>
        </p:nvSpPr>
        <p:spPr>
          <a:xfrm>
            <a:off x="309836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lide navigation 06" descr="Click to navigate to slide 06 of 22">
            <a:hlinkClick action="ppaction://hlinksldjump" r:id="rId8"/>
          </p:cNvPr>
          <p:cNvSpPr txBox="1"/>
          <p:nvPr/>
        </p:nvSpPr>
        <p:spPr>
          <a:xfrm>
            <a:off x="308007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0" name="Rectangle 29">
            <a:hlinkClick action="ppaction://hlinksldjump" r:id="rId9"/>
          </p:cNvPr>
          <p:cNvSpPr/>
          <p:nvPr/>
        </p:nvSpPr>
        <p:spPr>
          <a:xfrm>
            <a:off x="360099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lide navigation 07" descr="Click to navigate to slide 07 of 22">
            <a:hlinkClick action="ppaction://hlinksldjump" r:id="rId9"/>
          </p:cNvPr>
          <p:cNvSpPr txBox="1"/>
          <p:nvPr/>
        </p:nvSpPr>
        <p:spPr>
          <a:xfrm>
            <a:off x="358270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2" name="Rectangle 31">
            <a:hlinkClick action="ppaction://hlinksldjump" r:id="rId10"/>
          </p:cNvPr>
          <p:cNvSpPr/>
          <p:nvPr/>
        </p:nvSpPr>
        <p:spPr>
          <a:xfrm>
            <a:off x="410361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lide navigation 08" descr="Click to navigate to slide 08 of 22">
            <a:hlinkClick action="ppaction://hlinksldjump" r:id="rId10"/>
          </p:cNvPr>
          <p:cNvSpPr txBox="1"/>
          <p:nvPr/>
        </p:nvSpPr>
        <p:spPr>
          <a:xfrm>
            <a:off x="408533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4" name="Rectangle 33">
            <a:hlinkClick action="ppaction://hlinksldjump" r:id="rId11"/>
          </p:cNvPr>
          <p:cNvSpPr/>
          <p:nvPr/>
        </p:nvSpPr>
        <p:spPr>
          <a:xfrm>
            <a:off x="460624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lide navigation 09" descr="Click to navigate to slide 09 of 22">
            <a:hlinkClick action="ppaction://hlinksldjump" r:id="rId11"/>
          </p:cNvPr>
          <p:cNvSpPr txBox="1"/>
          <p:nvPr/>
        </p:nvSpPr>
        <p:spPr>
          <a:xfrm>
            <a:off x="458796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6" name="Rectangle 35">
            <a:hlinkClick action="ppaction://hlinksldjump" r:id="rId12"/>
          </p:cNvPr>
          <p:cNvSpPr/>
          <p:nvPr/>
        </p:nvSpPr>
        <p:spPr>
          <a:xfrm>
            <a:off x="510887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lide navigation 10" descr="Click to navigate to slide 10 of 22">
            <a:hlinkClick action="ppaction://hlinksldjump" r:id="rId12"/>
          </p:cNvPr>
          <p:cNvSpPr txBox="1"/>
          <p:nvPr/>
        </p:nvSpPr>
        <p:spPr>
          <a:xfrm>
            <a:off x="509058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8" name="Rectangle 37">
            <a:hlinkClick action="ppaction://hlinksldjump" r:id="rId13"/>
          </p:cNvPr>
          <p:cNvSpPr/>
          <p:nvPr/>
        </p:nvSpPr>
        <p:spPr>
          <a:xfrm>
            <a:off x="5611506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Slide navigation 11" descr="Click to navigate to slide 11 of 22">
            <a:hlinkClick action="ppaction://hlinksldjump" r:id="rId13"/>
          </p:cNvPr>
          <p:cNvSpPr txBox="1"/>
          <p:nvPr/>
        </p:nvSpPr>
        <p:spPr>
          <a:xfrm>
            <a:off x="559321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0" name="Rectangle 39">
            <a:hlinkClick action="ppaction://hlinksldjump" r:id="rId14"/>
          </p:cNvPr>
          <p:cNvSpPr/>
          <p:nvPr/>
        </p:nvSpPr>
        <p:spPr>
          <a:xfrm>
            <a:off x="6114135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lide navigation 12" descr="Click to navigate to slide 12 of 22">
            <a:hlinkClick action="ppaction://hlinksldjump" r:id="rId14"/>
          </p:cNvPr>
          <p:cNvSpPr txBox="1"/>
          <p:nvPr/>
        </p:nvSpPr>
        <p:spPr>
          <a:xfrm>
            <a:off x="6095847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2" name="Rectangle 41">
            <a:hlinkClick action="ppaction://hlinksldjump" r:id="rId15"/>
          </p:cNvPr>
          <p:cNvSpPr/>
          <p:nvPr/>
        </p:nvSpPr>
        <p:spPr>
          <a:xfrm>
            <a:off x="6616764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lide navigation 13" descr="Click to navigate to slide 13 of 22">
            <a:hlinkClick action="ppaction://hlinksldjump" r:id="rId15"/>
          </p:cNvPr>
          <p:cNvSpPr txBox="1"/>
          <p:nvPr/>
        </p:nvSpPr>
        <p:spPr>
          <a:xfrm>
            <a:off x="6598476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4" name="Rectangle 43">
            <a:hlinkClick action="ppaction://hlinksldjump" r:id="rId16"/>
          </p:cNvPr>
          <p:cNvSpPr/>
          <p:nvPr/>
        </p:nvSpPr>
        <p:spPr>
          <a:xfrm>
            <a:off x="7119393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lide navigation 14" descr="Click to navigate to slide 14 of 22">
            <a:hlinkClick action="ppaction://hlinksldjump" r:id="rId16"/>
          </p:cNvPr>
          <p:cNvSpPr txBox="1"/>
          <p:nvPr/>
        </p:nvSpPr>
        <p:spPr>
          <a:xfrm>
            <a:off x="7101105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6" name="Rectangle 45">
            <a:hlinkClick action="ppaction://hlinksldjump" r:id="rId17"/>
          </p:cNvPr>
          <p:cNvSpPr/>
          <p:nvPr/>
        </p:nvSpPr>
        <p:spPr>
          <a:xfrm>
            <a:off x="7622022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Slide navigation 15" descr="Click to navigate to slide 15 of 22">
            <a:hlinkClick action="ppaction://hlinksldjump" r:id="rId17"/>
          </p:cNvPr>
          <p:cNvSpPr txBox="1"/>
          <p:nvPr/>
        </p:nvSpPr>
        <p:spPr>
          <a:xfrm>
            <a:off x="7603734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8" name="Rectangle 47">
            <a:hlinkClick action="ppaction://hlinksldjump" r:id="rId18"/>
          </p:cNvPr>
          <p:cNvSpPr/>
          <p:nvPr/>
        </p:nvSpPr>
        <p:spPr>
          <a:xfrm>
            <a:off x="8124651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lide navigation 16" descr="Click to navigate to slide 16 of 22">
            <a:hlinkClick action="ppaction://hlinksldjump" r:id="rId18"/>
          </p:cNvPr>
          <p:cNvSpPr txBox="1"/>
          <p:nvPr/>
        </p:nvSpPr>
        <p:spPr>
          <a:xfrm>
            <a:off x="8106363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0" name="Rectangle 49">
            <a:hlinkClick action="ppaction://hlinksldjump" r:id="rId19"/>
          </p:cNvPr>
          <p:cNvSpPr/>
          <p:nvPr/>
        </p:nvSpPr>
        <p:spPr>
          <a:xfrm>
            <a:off x="8627280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lide navigation 17" descr="Click to navigate to slide 17 of 22">
            <a:hlinkClick action="ppaction://hlinksldjump" r:id="rId19"/>
          </p:cNvPr>
          <p:cNvSpPr txBox="1"/>
          <p:nvPr/>
        </p:nvSpPr>
        <p:spPr>
          <a:xfrm>
            <a:off x="8608992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2" name="Rectangle 51">
            <a:hlinkClick action="ppaction://hlinksldjump" r:id="rId20"/>
          </p:cNvPr>
          <p:cNvSpPr/>
          <p:nvPr/>
        </p:nvSpPr>
        <p:spPr>
          <a:xfrm>
            <a:off x="9129909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lide navigation 18" descr="Click to navigate to slide 18 of 22">
            <a:hlinkClick action="ppaction://hlinksldjump" r:id="rId20"/>
          </p:cNvPr>
          <p:cNvSpPr txBox="1"/>
          <p:nvPr/>
        </p:nvSpPr>
        <p:spPr>
          <a:xfrm>
            <a:off x="9111621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4" name="Rectangle 53">
            <a:hlinkClick action="ppaction://hlinksldjump" r:id="rId21"/>
          </p:cNvPr>
          <p:cNvSpPr/>
          <p:nvPr/>
        </p:nvSpPr>
        <p:spPr>
          <a:xfrm>
            <a:off x="963253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lide navigation 19" descr="Click to navigate to slide 19 of 22">
            <a:hlinkClick action="ppaction://hlinksldjump" r:id="rId21"/>
          </p:cNvPr>
          <p:cNvSpPr txBox="1"/>
          <p:nvPr/>
        </p:nvSpPr>
        <p:spPr>
          <a:xfrm>
            <a:off x="961425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6" name="Rectangle 55">
            <a:hlinkClick action="ppaction://hlinksldjump" r:id="rId22"/>
          </p:cNvPr>
          <p:cNvSpPr/>
          <p:nvPr/>
        </p:nvSpPr>
        <p:spPr>
          <a:xfrm>
            <a:off x="10135168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lide navigation 20" descr="Click to navigate to slide 20 of 22">
            <a:hlinkClick action="ppaction://hlinksldjump" r:id="rId22"/>
          </p:cNvPr>
          <p:cNvSpPr txBox="1"/>
          <p:nvPr/>
        </p:nvSpPr>
        <p:spPr>
          <a:xfrm>
            <a:off x="10116880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8" name="Rectangle 57">
            <a:hlinkClick action="ppaction://hlinksldjump" r:id="rId23"/>
          </p:cNvPr>
          <p:cNvSpPr/>
          <p:nvPr/>
        </p:nvSpPr>
        <p:spPr>
          <a:xfrm>
            <a:off x="10637797" y="6309360"/>
            <a:ext cx="466053" cy="45720"/>
          </a:xfrm>
          <a:prstGeom prst="rect">
            <a:avLst/>
          </a:prstGeom>
          <a:solidFill>
            <a:srgbClr val="1B5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lide navigation 21" descr="Click to navigate to slide 21 of 22">
            <a:hlinkClick action="ppaction://hlinksldjump" r:id="rId23"/>
          </p:cNvPr>
          <p:cNvSpPr txBox="1"/>
          <p:nvPr/>
        </p:nvSpPr>
        <p:spPr>
          <a:xfrm>
            <a:off x="10619509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0" name="Rectangle 59">
            <a:hlinkClick action="ppaction://hlinksldjump" r:id="rId24"/>
          </p:cNvPr>
          <p:cNvSpPr/>
          <p:nvPr/>
        </p:nvSpPr>
        <p:spPr>
          <a:xfrm>
            <a:off x="11140426" y="6293815"/>
            <a:ext cx="466053" cy="768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Slide navigation 22" descr="Click to navigate to slide 22 of 22">
            <a:hlinkClick action="ppaction://hlinksldjump" r:id="rId24"/>
          </p:cNvPr>
          <p:cNvSpPr txBox="1"/>
          <p:nvPr/>
        </p:nvSpPr>
        <p:spPr>
          <a:xfrm>
            <a:off x="11122138" y="6236208"/>
            <a:ext cx="502629" cy="20116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